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eague Spartan" panose="020B0604020202020204" charset="0"/>
      <p:regular r:id="rId21"/>
    </p:embeddedFont>
    <p:embeddedFont>
      <p:font typeface="Public Sa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tudent-apartment-finder.onrender.com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6589181" y="6175515"/>
            <a:ext cx="510963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Team 3idiots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4017" y="3645149"/>
            <a:ext cx="13139966" cy="350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 APARTMENT FINDER PLATFORM</a:t>
            </a:r>
          </a:p>
          <a:p>
            <a:pPr algn="ctr">
              <a:lnSpc>
                <a:spcPts val="8399"/>
              </a:lnSpc>
            </a:pPr>
            <a:endParaRPr lang="en-US" sz="8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96501" y="7150349"/>
            <a:ext cx="14694998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Phyo Wai Aung · Kyaw Linn · Arkar Kyaw Oo</a:t>
            </a:r>
          </a:p>
          <a:p>
            <a:pPr algn="ctr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212178" y="501559"/>
            <a:ext cx="1091773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AND TARGET USERS</a:t>
            </a:r>
          </a:p>
          <a:p>
            <a:pPr algn="l">
              <a:lnSpc>
                <a:spcPts val="5999"/>
              </a:lnSpc>
            </a:pPr>
            <a:endParaRPr lang="en-US" sz="49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212178" y="1234984"/>
            <a:ext cx="14694998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Apartment searching is scattered, slow,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difficult to compare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12178" y="2156411"/>
            <a:ext cx="15075822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Students currently search through: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Facebook groups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Rental agents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Different websites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Friends and personal recommendations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Information about price, distance, facilities, availability, photographs, and location may be incomplete or outdated.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Primary users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First-year students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International students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Students searching for off-campus housing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12178" y="8333411"/>
            <a:ext cx="9209410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problem: Students need one reliable place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compare accommodation near campus.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883139" y="1320830"/>
            <a:ext cx="12174300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CONFIRMED THE MAIN WORKFLOW AND IDENTIFIED MINOR IMPROVEMENTS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3139" y="443311"/>
            <a:ext cx="11511321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EVIDENCE AND VALIDATION</a:t>
            </a:r>
          </a:p>
          <a:p>
            <a:pPr algn="l">
              <a:lnSpc>
                <a:spcPts val="6000"/>
              </a:lnSpc>
            </a:pPr>
            <a:endParaRPr lang="en-US" sz="5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8963" y="2665196"/>
            <a:ext cx="13285351" cy="693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Lab 13 role-based testing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5 tester profiles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15 task attempts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12 successful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 partially completed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0 complete failures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Average score: 4.1/5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Main findings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homepage purpose was clear.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Search and apartment details worked.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Some form instructions, status labels, and controls needed clarification.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3593" y="3617553"/>
            <a:ext cx="5303996" cy="4076380"/>
            <a:chOff x="0" y="0"/>
            <a:chExt cx="1396937" cy="10736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6937" cy="1073615"/>
            </a:xfrm>
            <a:custGeom>
              <a:avLst/>
              <a:gdLst/>
              <a:ahLst/>
              <a:cxnLst/>
              <a:rect l="l" t="t" r="r" b="b"/>
              <a:pathLst>
                <a:path w="1396937" h="1073615">
                  <a:moveTo>
                    <a:pt x="0" y="0"/>
                  </a:moveTo>
                  <a:lnTo>
                    <a:pt x="1396937" y="0"/>
                  </a:lnTo>
                  <a:lnTo>
                    <a:pt x="1396937" y="1073615"/>
                  </a:lnTo>
                  <a:lnTo>
                    <a:pt x="0" y="1073615"/>
                  </a:lnTo>
                  <a:close/>
                </a:path>
              </a:pathLst>
            </a:custGeom>
            <a:ln w="38100" cap="sq">
              <a:solidFill>
                <a:srgbClr val="56C3D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6937" cy="111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76648" y="3617553"/>
            <a:ext cx="5303996" cy="4076380"/>
            <a:chOff x="0" y="0"/>
            <a:chExt cx="1396937" cy="10736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6937" cy="1073615"/>
            </a:xfrm>
            <a:custGeom>
              <a:avLst/>
              <a:gdLst/>
              <a:ahLst/>
              <a:cxnLst/>
              <a:rect l="l" t="t" r="r" b="b"/>
              <a:pathLst>
                <a:path w="1396937" h="1073615">
                  <a:moveTo>
                    <a:pt x="0" y="0"/>
                  </a:moveTo>
                  <a:lnTo>
                    <a:pt x="1396937" y="0"/>
                  </a:lnTo>
                  <a:lnTo>
                    <a:pt x="1396937" y="1073615"/>
                  </a:lnTo>
                  <a:lnTo>
                    <a:pt x="0" y="1073615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6937" cy="111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994355" y="4060144"/>
            <a:ext cx="4271668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STUDENTS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04150" y="4060198"/>
            <a:ext cx="5448993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LANDLORDS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174" y="5206566"/>
            <a:ext cx="4326834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Search, filter, compare, view locations, contact landlords, and find roommate opportunities.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24874" y="5139698"/>
            <a:ext cx="4326834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Submit structured apartment information, prices, facilities, locations, and photographs.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30189" y="1036732"/>
            <a:ext cx="15638134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 AND VALUE PROPOSITION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310411" y="3617553"/>
            <a:ext cx="5303996" cy="4076380"/>
            <a:chOff x="0" y="0"/>
            <a:chExt cx="1396937" cy="10736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6937" cy="1073615"/>
            </a:xfrm>
            <a:custGeom>
              <a:avLst/>
              <a:gdLst/>
              <a:ahLst/>
              <a:cxnLst/>
              <a:rect l="l" t="t" r="r" b="b"/>
              <a:pathLst>
                <a:path w="1396937" h="1073615">
                  <a:moveTo>
                    <a:pt x="0" y="0"/>
                  </a:moveTo>
                  <a:lnTo>
                    <a:pt x="1396937" y="0"/>
                  </a:lnTo>
                  <a:lnTo>
                    <a:pt x="1396937" y="1073615"/>
                  </a:lnTo>
                  <a:lnTo>
                    <a:pt x="0" y="1073615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6937" cy="111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54185" y="3841123"/>
            <a:ext cx="5816449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ADMINISTRATORS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98992" y="5206566"/>
            <a:ext cx="4326834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Review listings, moderate roommate posts, manage records, and monitor metrics.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130189" y="1922103"/>
            <a:ext cx="1563813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PLATFORM CONNECTS STUDENTS, LANDLORDS,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ADMINISTRATORS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3593" y="8096465"/>
            <a:ext cx="5800132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 PROPOSITION</a:t>
            </a:r>
          </a:p>
          <a:p>
            <a:pPr algn="l">
              <a:lnSpc>
                <a:spcPts val="3500"/>
              </a:lnSpc>
            </a:pPr>
            <a:endParaRPr lang="en-US" sz="35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3500"/>
              </a:lnSpc>
            </a:pPr>
            <a:endParaRPr lang="en-US" sz="35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3593" y="8556078"/>
            <a:ext cx="17163001" cy="143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STUDENT APARTMENT FINDER HELPS UNIVERSITY STUDENTS MAKE FASTER AND MORE CONFIDENT HOUSING DECISIONS BY BRINGING IMPORTANT APARTMENT INFORMATION TOGETHER.</a:t>
            </a:r>
          </a:p>
          <a:p>
            <a:pPr algn="l">
              <a:lnSpc>
                <a:spcPts val="3874"/>
              </a:lnSpc>
            </a:pPr>
            <a:endParaRPr lang="en-US" sz="24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5389" y="3362176"/>
            <a:ext cx="13457222" cy="5999936"/>
          </a:xfrm>
          <a:custGeom>
            <a:avLst/>
            <a:gdLst/>
            <a:ahLst/>
            <a:cxnLst/>
            <a:rect l="l" t="t" r="r" b="b"/>
            <a:pathLst>
              <a:path w="13457222" h="5999936">
                <a:moveTo>
                  <a:pt x="0" y="0"/>
                </a:moveTo>
                <a:lnTo>
                  <a:pt x="13457222" y="0"/>
                </a:lnTo>
                <a:lnTo>
                  <a:pt x="13457222" y="5999936"/>
                </a:lnTo>
                <a:lnTo>
                  <a:pt x="0" y="5999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1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455442" y="924888"/>
            <a:ext cx="1012629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PROTOTYPE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55442" y="1944063"/>
            <a:ext cx="1563813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MVP DEMONSTRATES A COMPLETE USER PATHWAY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229258" y="5786529"/>
            <a:ext cx="7705759" cy="3937603"/>
          </a:xfrm>
          <a:custGeom>
            <a:avLst/>
            <a:gdLst/>
            <a:ahLst/>
            <a:cxnLst/>
            <a:rect l="l" t="t" r="r" b="b"/>
            <a:pathLst>
              <a:path w="7705759" h="3937603">
                <a:moveTo>
                  <a:pt x="0" y="0"/>
                </a:moveTo>
                <a:lnTo>
                  <a:pt x="7705759" y="0"/>
                </a:lnTo>
                <a:lnTo>
                  <a:pt x="7705759" y="3937602"/>
                </a:lnTo>
                <a:lnTo>
                  <a:pt x="0" y="3937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6" r="-1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709892"/>
            <a:ext cx="7709509" cy="3939519"/>
          </a:xfrm>
          <a:custGeom>
            <a:avLst/>
            <a:gdLst/>
            <a:ahLst/>
            <a:cxnLst/>
            <a:rect l="l" t="t" r="r" b="b"/>
            <a:pathLst>
              <a:path w="7709509" h="3939519">
                <a:moveTo>
                  <a:pt x="0" y="0"/>
                </a:moveTo>
                <a:lnTo>
                  <a:pt x="7709509" y="0"/>
                </a:lnTo>
                <a:lnTo>
                  <a:pt x="7709509" y="3939519"/>
                </a:lnTo>
                <a:lnTo>
                  <a:pt x="0" y="3939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00434" y="647700"/>
            <a:ext cx="11464023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STUDENT JOURNEY WORKS END TO END</a:t>
            </a:r>
          </a:p>
          <a:p>
            <a:pPr algn="l">
              <a:lnSpc>
                <a:spcPts val="6000"/>
              </a:lnSpc>
            </a:pPr>
            <a:endParaRPr lang="en-US" sz="5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228286"/>
            <a:ext cx="1563813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STUDENTS CAN DISCOVER AND COMPARE APARTMENTS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000434" y="3507393"/>
            <a:ext cx="7403752" cy="3773326"/>
          </a:xfrm>
          <a:custGeom>
            <a:avLst/>
            <a:gdLst/>
            <a:ahLst/>
            <a:cxnLst/>
            <a:rect l="l" t="t" r="r" b="b"/>
            <a:pathLst>
              <a:path w="7403752" h="3773326">
                <a:moveTo>
                  <a:pt x="0" y="0"/>
                </a:moveTo>
                <a:lnTo>
                  <a:pt x="7403752" y="0"/>
                </a:lnTo>
                <a:lnTo>
                  <a:pt x="7403752" y="3773326"/>
                </a:lnTo>
                <a:lnTo>
                  <a:pt x="0" y="3773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847767" y="5412891"/>
            <a:ext cx="7584001" cy="3845409"/>
          </a:xfrm>
          <a:custGeom>
            <a:avLst/>
            <a:gdLst/>
            <a:ahLst/>
            <a:cxnLst/>
            <a:rect l="l" t="t" r="r" b="b"/>
            <a:pathLst>
              <a:path w="7584001" h="3845409">
                <a:moveTo>
                  <a:pt x="0" y="0"/>
                </a:moveTo>
                <a:lnTo>
                  <a:pt x="7584001" y="0"/>
                </a:lnTo>
                <a:lnTo>
                  <a:pt x="7584001" y="3845409"/>
                </a:lnTo>
                <a:lnTo>
                  <a:pt x="0" y="3845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00434" y="647700"/>
            <a:ext cx="11464023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STUDENT JOURNEY WORKS END TO END</a:t>
            </a:r>
          </a:p>
          <a:p>
            <a:pPr algn="l">
              <a:lnSpc>
                <a:spcPts val="6000"/>
              </a:lnSpc>
            </a:pPr>
            <a:endParaRPr lang="en-US" sz="5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228286"/>
            <a:ext cx="1563813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DETAIL VIEWS SUPPORT CONFIDENT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8012695" y="5302196"/>
            <a:ext cx="5708160" cy="2880893"/>
          </a:xfrm>
          <a:custGeom>
            <a:avLst/>
            <a:gdLst/>
            <a:ahLst/>
            <a:cxnLst/>
            <a:rect l="l" t="t" r="r" b="b"/>
            <a:pathLst>
              <a:path w="5708160" h="2880893">
                <a:moveTo>
                  <a:pt x="0" y="0"/>
                </a:moveTo>
                <a:lnTo>
                  <a:pt x="5708160" y="0"/>
                </a:lnTo>
                <a:lnTo>
                  <a:pt x="5708160" y="2880893"/>
                </a:lnTo>
                <a:lnTo>
                  <a:pt x="0" y="2880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25579" y="3277298"/>
            <a:ext cx="6510465" cy="3131272"/>
          </a:xfrm>
          <a:custGeom>
            <a:avLst/>
            <a:gdLst/>
            <a:ahLst/>
            <a:cxnLst/>
            <a:rect l="l" t="t" r="r" b="b"/>
            <a:pathLst>
              <a:path w="6510465" h="3131272">
                <a:moveTo>
                  <a:pt x="0" y="0"/>
                </a:moveTo>
                <a:lnTo>
                  <a:pt x="6510465" y="0"/>
                </a:lnTo>
                <a:lnTo>
                  <a:pt x="6510465" y="3131272"/>
                </a:lnTo>
                <a:lnTo>
                  <a:pt x="0" y="3131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00434" y="647700"/>
            <a:ext cx="12720421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LANDLORDS AND ADMINISTRATORS MANAGE PLATFORM RECORDS</a:t>
            </a:r>
          </a:p>
          <a:p>
            <a:pPr algn="l">
              <a:lnSpc>
                <a:spcPts val="6000"/>
              </a:lnSpc>
            </a:pPr>
            <a:endParaRPr lang="en-US" sz="5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228286"/>
            <a:ext cx="122719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LANDLORDS CAN SUBMIT STRUCTURED LISTINGS</a:t>
            </a:r>
          </a:p>
        </p:txBody>
      </p:sp>
      <p:sp>
        <p:nvSpPr>
          <p:cNvPr id="8" name="Freeform 8"/>
          <p:cNvSpPr/>
          <p:nvPr/>
        </p:nvSpPr>
        <p:spPr>
          <a:xfrm>
            <a:off x="1325579" y="6742642"/>
            <a:ext cx="6510465" cy="3134589"/>
          </a:xfrm>
          <a:custGeom>
            <a:avLst/>
            <a:gdLst/>
            <a:ahLst/>
            <a:cxnLst/>
            <a:rect l="l" t="t" r="r" b="b"/>
            <a:pathLst>
              <a:path w="6510465" h="3134589">
                <a:moveTo>
                  <a:pt x="0" y="0"/>
                </a:moveTo>
                <a:lnTo>
                  <a:pt x="6510465" y="0"/>
                </a:lnTo>
                <a:lnTo>
                  <a:pt x="6510465" y="3134590"/>
                </a:lnTo>
                <a:lnTo>
                  <a:pt x="0" y="3134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311"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9363135" y="3609411"/>
            <a:ext cx="7875002" cy="3953941"/>
          </a:xfrm>
          <a:custGeom>
            <a:avLst/>
            <a:gdLst/>
            <a:ahLst/>
            <a:cxnLst/>
            <a:rect l="l" t="t" r="r" b="b"/>
            <a:pathLst>
              <a:path w="7875002" h="3953941">
                <a:moveTo>
                  <a:pt x="0" y="0"/>
                </a:moveTo>
                <a:lnTo>
                  <a:pt x="7875001" y="0"/>
                </a:lnTo>
                <a:lnTo>
                  <a:pt x="7875001" y="3953942"/>
                </a:lnTo>
                <a:lnTo>
                  <a:pt x="0" y="3953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324020" y="3609411"/>
            <a:ext cx="8311081" cy="3953941"/>
          </a:xfrm>
          <a:custGeom>
            <a:avLst/>
            <a:gdLst/>
            <a:ahLst/>
            <a:cxnLst/>
            <a:rect l="l" t="t" r="r" b="b"/>
            <a:pathLst>
              <a:path w="8311081" h="3953941">
                <a:moveTo>
                  <a:pt x="0" y="0"/>
                </a:moveTo>
                <a:lnTo>
                  <a:pt x="8311081" y="0"/>
                </a:lnTo>
                <a:lnTo>
                  <a:pt x="8311081" y="3953942"/>
                </a:lnTo>
                <a:lnTo>
                  <a:pt x="0" y="3953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9BDAE9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00434" y="647700"/>
            <a:ext cx="12720421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LANDLORDS AND ADMINISTRATORS MANAGE PLATFORM RECORDS</a:t>
            </a:r>
          </a:p>
          <a:p>
            <a:pPr algn="l">
              <a:lnSpc>
                <a:spcPts val="6000"/>
              </a:lnSpc>
            </a:pPr>
            <a:endParaRPr lang="en-US" sz="5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228286"/>
            <a:ext cx="1227193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ADMINISTRATORS CAN REVIEW RECORDS AND MONITOR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3238874"/>
            <a:ext cx="6383105" cy="373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Customer segments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University students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Apartment landlords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Universities and student-support organizations</a:t>
            </a:r>
          </a:p>
          <a:p>
            <a:pPr algn="l">
              <a:lnSpc>
                <a:spcPts val="4241"/>
              </a:lnSpc>
            </a:pPr>
            <a:endParaRPr lang="en-US" sz="302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41"/>
              </a:lnSpc>
            </a:pPr>
            <a:endParaRPr lang="en-US" sz="302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0434" y="647700"/>
            <a:ext cx="1371605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MODEL &amp;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GO-TO-MARKET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1805" y="3238874"/>
            <a:ext cx="8518735" cy="319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Possible revenue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Promoted landlord listings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Landlord subscription services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Verified-listing services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University and accommodation partnerships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0704" y="6433864"/>
            <a:ext cx="8518735" cy="373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Go-to-market channels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University student groups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Social media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Student orientation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Landing page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Landlord outreach</a:t>
            </a:r>
          </a:p>
          <a:p>
            <a:pPr marL="654059" lvl="1" indent="-327029" algn="l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User referrals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28286"/>
            <a:ext cx="1563813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 ACCESS CREATES DEMAND;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LANDLORD SERVICES CREATE REVENUE POTENTIAL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829156" y="2559328"/>
            <a:ext cx="6695729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WORKFLOW CHECK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9156" y="553413"/>
            <a:ext cx="11545679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METRICS AND TESTING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829156" y="1375054"/>
            <a:ext cx="11545679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CURRENT MVP DEMONSTRATES REAL APARTMENT COMPARISON DATA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BE87B0B-C4A2-4B7D-BA19-6A61DFD4B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16536"/>
              </p:ext>
            </p:extLst>
          </p:nvPr>
        </p:nvGraphicFramePr>
        <p:xfrm>
          <a:off x="2381079" y="3101364"/>
          <a:ext cx="12993756" cy="624557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331252">
                  <a:extLst>
                    <a:ext uri="{9D8B030D-6E8A-4147-A177-3AD203B41FA5}">
                      <a16:colId xmlns:a16="http://schemas.microsoft.com/office/drawing/2014/main" val="110800299"/>
                    </a:ext>
                  </a:extLst>
                </a:gridCol>
                <a:gridCol w="4331252">
                  <a:extLst>
                    <a:ext uri="{9D8B030D-6E8A-4147-A177-3AD203B41FA5}">
                      <a16:colId xmlns:a16="http://schemas.microsoft.com/office/drawing/2014/main" val="3225519623"/>
                    </a:ext>
                  </a:extLst>
                </a:gridCol>
                <a:gridCol w="4331252">
                  <a:extLst>
                    <a:ext uri="{9D8B030D-6E8A-4147-A177-3AD203B41FA5}">
                      <a16:colId xmlns:a16="http://schemas.microsoft.com/office/drawing/2014/main" val="57741519"/>
                    </a:ext>
                  </a:extLst>
                </a:gridCol>
              </a:tblGrid>
              <a:tr h="368628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612926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/>
                        <a:t>Approved apartments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00304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/>
                        <a:t>Monthly price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THB 3,000–10,500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60888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/>
                        <a:t>Average monthly 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THB 6,817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151228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 dirty="0"/>
                        <a:t>Successful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 of 8 — 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823223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/>
                        <a:t>Partial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 of 8 — 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492437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 dirty="0"/>
                        <a:t>Failed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failures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422620"/>
                  </a:ext>
                </a:extLst>
              </a:tr>
              <a:tr h="839564">
                <a:tc>
                  <a:txBody>
                    <a:bodyPr/>
                    <a:lstStyle/>
                    <a:p>
                      <a:r>
                        <a:rPr lang="en-US"/>
                        <a:t>Private contact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9508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2215" y="3298435"/>
            <a:ext cx="14159309" cy="6719028"/>
          </a:xfrm>
          <a:custGeom>
            <a:avLst/>
            <a:gdLst/>
            <a:ahLst/>
            <a:cxnLst/>
            <a:rect l="l" t="t" r="r" b="b"/>
            <a:pathLst>
              <a:path w="14159309" h="6719028">
                <a:moveTo>
                  <a:pt x="0" y="0"/>
                </a:moveTo>
                <a:lnTo>
                  <a:pt x="14159309" y="0"/>
                </a:lnTo>
                <a:lnTo>
                  <a:pt x="14159309" y="6719028"/>
                </a:lnTo>
                <a:lnTo>
                  <a:pt x="0" y="6719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" t="-1882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680067" y="2081212"/>
            <a:ext cx="11206323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deployed web platform supports three user roles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80067" y="657225"/>
            <a:ext cx="10900726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ARCHITECTURE &amp; DATA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84518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3" y="0"/>
                </a:lnTo>
                <a:lnTo>
                  <a:pt x="7360133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03482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52571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3" y="0"/>
                </a:lnTo>
                <a:lnTo>
                  <a:pt x="7360133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435429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439045" y="1477500"/>
            <a:ext cx="11720443" cy="163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Most requirements are complete; two areas need final verification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239781" y="584479"/>
            <a:ext cx="11999534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FINAL STATUS AND IMPROVEMENTS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46992" y="2658806"/>
            <a:ext cx="11632117" cy="796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COMPLETED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HOMEPAGE AND MAIN PATHWAY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APARTMENT RECORDS AND LISTS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SEARCH AND FILTERS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DETAIL VIEW AND MAPS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STATUS TRACKING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ADMINISTRATOR FUNCTIONS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DASHBOARD AND METRICS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REQUIREMENT TRACEABILITY</a:t>
            </a:r>
          </a:p>
          <a:p>
            <a:pPr algn="l">
              <a:lnSpc>
                <a:spcPts val="3349"/>
              </a:lnSpc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PARTIALLY COMPLETED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FR-03: FINAL LANDLORD-SUBMISSION VERIFICATION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FR-10: FINAL FORM GUIDANCE AND VALIDATION VERIFICATION</a:t>
            </a:r>
          </a:p>
          <a:p>
            <a:pPr algn="l">
              <a:lnSpc>
                <a:spcPts val="3349"/>
              </a:lnSpc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NEXT PRIORITIES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VERIFY LANDLORD-FORM IMPROVEMENTS.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TEST WITH REAL STUDENTS AND LANDLORDS.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ADD MORE VERIFIED APARTMENTS.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STRENGTHEN ROOMMATE SAFETY AND MODERATION.</a:t>
            </a:r>
          </a:p>
          <a:p>
            <a:pPr marL="539749" lvl="1" indent="-269875" algn="l">
              <a:lnSpc>
                <a:spcPts val="33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EXPAND PRIVACY-SAFE PRODUCT METRICS.</a:t>
            </a:r>
          </a:p>
          <a:p>
            <a:pPr algn="l">
              <a:lnSpc>
                <a:spcPts val="334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727841" y="1575704"/>
            <a:ext cx="9460915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 housing information should be easier to find and compare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80067" y="657225"/>
            <a:ext cx="10900726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CLOSING AND Q&amp;A</a:t>
            </a:r>
          </a:p>
          <a:p>
            <a:pPr algn="l">
              <a:lnSpc>
                <a:spcPts val="5917"/>
              </a:lnSpc>
            </a:pPr>
            <a:endParaRPr lang="en-US" sz="493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80067" y="3118754"/>
            <a:ext cx="16230600" cy="483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STUDENT APARTMENT FINDER BRINGS APARTMENT LISTINGS, PRICES, FACILITIES, PHOTOGRAPHS, AVAILABILITY, CONTACTS, AND LOCATIONS                                                                                   INTO ONE ORGANIZED PLATFORM.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STUDENTS: FIND AND COMPARE ACCOMMODATION.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LANDLORDS: SHARE ACCURATE LISTINGS.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PARTNERS: SUPPORT RELIABLE STUDENT-HOUSING ACCESS.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LIVE PROTOTYPE</a:t>
            </a:r>
          </a:p>
        </p:txBody>
      </p:sp>
      <p:sp>
        <p:nvSpPr>
          <p:cNvPr id="9" name="Freeform 9" descr="QR code image"/>
          <p:cNvSpPr/>
          <p:nvPr/>
        </p:nvSpPr>
        <p:spPr>
          <a:xfrm>
            <a:off x="7854534" y="6865589"/>
            <a:ext cx="2728021" cy="2728021"/>
          </a:xfrm>
          <a:custGeom>
            <a:avLst/>
            <a:gdLst/>
            <a:ahLst/>
            <a:cxnLst/>
            <a:rect l="l" t="t" r="r" b="b"/>
            <a:pathLst>
              <a:path w="2728021" h="2728021">
                <a:moveTo>
                  <a:pt x="0" y="0"/>
                </a:moveTo>
                <a:lnTo>
                  <a:pt x="2728021" y="0"/>
                </a:lnTo>
                <a:lnTo>
                  <a:pt x="2728021" y="2728022"/>
                </a:lnTo>
                <a:lnTo>
                  <a:pt x="0" y="2728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66486" y="9584086"/>
            <a:ext cx="1075498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6" tooltip="https://student-apartment-finder.onrender.com"/>
              </a:rPr>
              <a:t>STUDENT-APARTMENT-FINDER.ONRENDER.COM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751838" y="3005266"/>
            <a:ext cx="8784324" cy="378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583</Words>
  <Application>Microsoft Office PowerPoint</Application>
  <PresentationFormat>Custom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League Spartan</vt:lpstr>
      <vt:lpstr>Public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final-pitch-slides</dc:title>
  <cp:lastModifiedBy>PHYOWAI AUNG</cp:lastModifiedBy>
  <cp:revision>2</cp:revision>
  <dcterms:created xsi:type="dcterms:W3CDTF">2006-08-16T00:00:00Z</dcterms:created>
  <dcterms:modified xsi:type="dcterms:W3CDTF">2026-07-31T12:06:08Z</dcterms:modified>
  <dc:identifier>DAHQ8e7lXZU</dc:identifier>
</cp:coreProperties>
</file>